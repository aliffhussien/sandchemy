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7315200" cy="7315200"/>
          </a:xfrm>
          <a:prstGeom prst="ellipse">
            <a:avLst/>
          </a:prstGeom>
          <a:solidFill>
            <a:srgbClr val="FFD76B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15544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Sandchemy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242316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E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you can pour. Chemistry you can discover.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42316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offline-first falling-sand physics lab where every reaction is real,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science — built to turn any browser into a science classroom.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423160" y="411480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2316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Cradle Fund CIP Spark — Pre-Seed Pitch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231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sandchemy.app  ·  cookingwithcattitude@gmail.com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science is expensive, dangerous, or fake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731520" cy="73152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315261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665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labs don't scale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48716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Glassware, chemicals, and heat sources cost money and carry real risk — schools ration lab time to a few sessions a year.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01568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694176"/>
            <a:ext cx="731520" cy="73152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3796589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478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“Elemental” games fake it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68496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sandbox/crafting games script their combinations for effect. Nothing is actually simulated — there's no real chemistry to learn.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882896"/>
            <a:ext cx="11064240" cy="1298448"/>
          </a:xfrm>
          <a:prstGeom prst="roundRect">
            <a:avLst>
              <a:gd name="adj" fmla="val 845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175504"/>
            <a:ext cx="731520" cy="73152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5277917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50292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tools forget everything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44982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Infinite-craft-style games wipe your board on refresh. Curiosity has nothing to hold onto — no record of what you actually found.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IS the crafting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 simulates real heat, density, and chemistry cell-by-cell. Pour water on lava and you don't just get a scripted splash — you discover Obsidian, because that's genuinely what happens when lava quenches fast. Every discovery is logged forever in your own Discovery Journal.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B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3246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real elements across 8 categories — Basics, Metals, Gases, Chemistry, Electric, Weather, Life, Crafting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8679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B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temperature and density is a sourced, real-world number — not invented for effect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4897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B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48970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server, zero account, zero data collection — everything saves locally in the browser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1114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B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511149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 real offline app (PWA) — works on the oldest laptop in the school lab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1554480"/>
            <a:ext cx="4343400" cy="4480560"/>
          </a:xfrm>
          <a:prstGeom prst="roundRect">
            <a:avLst>
              <a:gd name="adj" fmla="val 2526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17373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4172A"/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22860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4172A"/>
          </a:solidFill>
          <a:ln w="9525">
            <a:solidFill>
              <a:srgbClr val="2C32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22860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4172A"/>
          </a:solidFill>
          <a:ln w="9525">
            <a:solidFill>
              <a:srgbClr val="2C32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54896" y="22860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4172A"/>
          </a:solidFill>
          <a:ln w="9525">
            <a:solidFill>
              <a:srgbClr val="2C3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22860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4172A"/>
          </a:solidFill>
          <a:ln w="9525">
            <a:solidFill>
              <a:srgbClr val="2C3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2880360"/>
            <a:ext cx="3794760" cy="2971800"/>
          </a:xfrm>
          <a:prstGeom prst="roundRect">
            <a:avLst>
              <a:gd name="adj" fmla="val 3692"/>
            </a:avLst>
          </a:prstGeom>
          <a:solidFill>
            <a:srgbClr val="1A1200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3566160"/>
            <a:ext cx="1600200" cy="1600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589520" y="58978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in-browser sandbox — category tabs, real-time canvas, Discovery Journal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lab, not a toy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42" y="2164202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thermodynamics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radiates, diffuses, and decays per-cell. Lava melts ice from a distance; a wall genuinely blocks heat.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84832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522" y="2164202"/>
            <a:ext cx="408188" cy="4081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743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Probe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310896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cell for a live temperature/state readout — a real lab thermometer, built into the canvas.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084832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002" y="2164202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7432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Lab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85632" y="3108960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custom element — emoji, color, physics, up to 3 reactions — zero code, export as a shareable text code.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50792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306824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42" y="4386194"/>
            <a:ext cx="408188" cy="4081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651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Scenarios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33095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ready-made setups like Volcano Eruption to start a guided experiment instantly.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50792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306824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522" y="4386194"/>
            <a:ext cx="408188" cy="4081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9651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Journal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533095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combination is auto-logged forever — doubles as a ready-made lab notebook for assessment.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050792"/>
            <a:ext cx="3584448" cy="1965960"/>
          </a:xfrm>
          <a:prstGeom prst="roundRect">
            <a:avLst>
              <a:gd name="adj" fmla="val 5581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306824"/>
            <a:ext cx="566928" cy="566928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002" y="4386194"/>
            <a:ext cx="408188" cy="4081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9651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physics, done safely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85632" y="533095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Uranium decays into Radiation; Lead genuinely shields against it — no real-world hazard, all real logic.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Riding Malaysia's EdTech growth curve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1.05B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EdTech market size, 2024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2.88B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8056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 by 2033 (~11.8% CAGR)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held by higher education alone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Group, Malaysia EdTech Market Report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Sandchemy fits this moment: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3FF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4343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STEM push + rising gamified/digital-classroom adoption are both named growth drivers of this market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910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3FF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4910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 cost and zero install fits Malaysia's mixed device access in schools — runs on any browser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772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3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54772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“sandbox/creative-play” game audience (Sandspiel, Noita-likes) is a second, non-EdTech distribution channel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credible paths to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sandbox stays free, always. Grant funds go toward proving which of these converts best.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23298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Licensing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site licenses to schools/colleges: curriculum-aligned worksheet packs, LMS-friendly embeds, teacher dashboards for the Discovery Journal.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241B00"/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lead path — matches CIP Spark's commercialisation bar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240280"/>
            <a:ext cx="640080" cy="64008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31" y="232989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Consumer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3429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sandbox stays as-is; paid cosmetic packs, extra save slots, and “pro” tools (more Element Lab slots, no watermark on exports).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17720" y="507492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241B00"/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test — no sales cycle, works with the existing PWA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138160" y="196596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1" y="2329891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B2B2C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12480" y="3429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individual learners; paid tier for institutions bundling both licensing AND premium consumer features under one subscription.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412480" y="507492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241B00"/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50392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long-run outcome if both markets validate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built. Now, growing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B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elements, 8 categories, all sourced real-world physics/chemistry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B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8775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Lab (build-your-own element/reactions) + export/import codes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1181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B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11810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Probe, prebuilt Scenarios, Discovery Journal, full keyboard control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6484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B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648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offline PWA with onboarding tutorial and mobile-responsive UI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E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 (grant-funded)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075688"/>
            <a:ext cx="201168" cy="201168"/>
          </a:xfrm>
          <a:prstGeom prst="ellipse">
            <a:avLst/>
          </a:prstGeom>
          <a:solidFill>
            <a:srgbClr val="7EE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4264" y="2276856"/>
            <a:ext cx="0" cy="566928"/>
          </a:xfrm>
          <a:prstGeom prst="line">
            <a:avLst/>
          </a:prstGeom>
          <a:noFill/>
          <a:ln w="19050">
            <a:solidFill>
              <a:srgbClr val="2C3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984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Curriculum-aligned worksheet packs; first 3 school pilots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880360"/>
            <a:ext cx="201168" cy="201168"/>
          </a:xfrm>
          <a:prstGeom prst="ellipse">
            <a:avLst/>
          </a:prstGeom>
          <a:solidFill>
            <a:srgbClr val="7EE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4264" y="3081528"/>
            <a:ext cx="0" cy="566928"/>
          </a:xfrm>
          <a:prstGeom prst="line">
            <a:avLst/>
          </a:prstGeom>
          <a:noFill/>
          <a:ln w="19050">
            <a:solidFill>
              <a:srgbClr val="2C3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7706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+ classroom accounts (still zero student PII)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3685032"/>
            <a:ext cx="201168" cy="201168"/>
          </a:xfrm>
          <a:prstGeom prst="ellipse">
            <a:avLst/>
          </a:prstGeom>
          <a:solidFill>
            <a:srgbClr val="7EE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684264" y="3886200"/>
            <a:ext cx="0" cy="566928"/>
          </a:xfrm>
          <a:prstGeom prst="line">
            <a:avLst/>
          </a:prstGeom>
          <a:noFill/>
          <a:ln w="19050">
            <a:solidFill>
              <a:srgbClr val="2C3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593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5753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wrapper; LMS embed support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4489704"/>
            <a:ext cx="201168" cy="201168"/>
          </a:xfrm>
          <a:prstGeom prst="ellipse">
            <a:avLst/>
          </a:prstGeom>
          <a:solidFill>
            <a:srgbClr val="7EE3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398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379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of chosen monetization path, first paid customers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Founder-built, team in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1005840" cy="1005840"/>
          </a:xfrm>
          <a:prstGeom prst="ellipse">
            <a:avLst/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35378"/>
            <a:ext cx="724205" cy="7242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Aliff Hussien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Builder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Sandchemy's entire engine, content system, and UI end-to-end — 8+ shipped phases from first prototype to an installable, sourced-physics sandbox.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194560"/>
            <a:ext cx="1005840" cy="1005840"/>
          </a:xfrm>
          <a:prstGeom prst="ellipse">
            <a:avLst/>
          </a:prstGeom>
          <a:solidFill>
            <a:srgbClr val="14172A"/>
          </a:solidFill>
          <a:ln w="19050">
            <a:solidFill>
              <a:srgbClr val="2C3252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02920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AA2BD"/>
                </a:solidFill>
              </a:rPr>
              <a:t>?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3949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recruiting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49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9496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Spark requires a minimum 2-person team. Actively looking for a co-founder with education/business-development strength to complement the technical build — commercialisation, school partnerships, and curriculum design.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1828800"/>
            <a:ext cx="2880360" cy="3931920"/>
          </a:xfrm>
          <a:prstGeom prst="roundRect">
            <a:avLst>
              <a:gd name="adj" fmla="val 3810"/>
            </a:avLst>
          </a:prstGeom>
          <a:solidFill>
            <a:srgbClr val="14172A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068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also looking for: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006840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6B"/>
                </a:solidFill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23544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to co-design curriculum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006840" y="3081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6B"/>
                </a:solidFill>
              </a:rPr>
              <a:t>•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235440" y="30815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to peer-review chemistry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006840" y="364845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6B"/>
                </a:solidFill>
              </a:rPr>
              <a:t>•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35440" y="36484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pilot classrooms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RM150,000 — CIP Spark, pre-seed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pre-seed cap requested, split per CIP Spark's own 60/40 developmental-vs-commercialisation rule.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492240" cy="960120"/>
          </a:xfrm>
          <a:prstGeom prst="roundRect">
            <a:avLst>
              <a:gd name="adj" fmla="val 11429"/>
            </a:avLst>
          </a:prstGeom>
          <a:solidFill>
            <a:srgbClr val="241B00"/>
          </a:solidFill>
          <a:ln w="12700">
            <a:solidFill>
              <a:srgbClr val="FFD76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 ·  RM90,000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— mobile app wrapper, teacher dashboard, curriculum content pipeline, new element/reaction batches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6492240" cy="960120"/>
          </a:xfrm>
          <a:prstGeom prst="roundRect">
            <a:avLst>
              <a:gd name="adj" fmla="val 11429"/>
            </a:avLst>
          </a:prstGeom>
          <a:solidFill>
            <a:srgbClr val="0E2A2E"/>
          </a:solidFill>
          <a:ln w="12700">
            <a:solidFill>
              <a:srgbClr val="7EE3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08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E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 ·  RM60,000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3108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— school pilot rollouts, teacher training materials, IP/legal setup, marketing for launch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2011680"/>
            <a:ext cx="4343400" cy="4023360"/>
          </a:xfrm>
          <a:prstGeom prst="roundRect">
            <a:avLst>
              <a:gd name="adj" fmla="val 2727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funds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6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09560" y="2651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signed school pilots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33101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6B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33101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MVP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6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3968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business model validated with real paying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4626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6B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46268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CIP Sprint (seed) follow-on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CIP SPARK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textbook pre-seed, MVP-stage 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6B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Tech-based, innovative idea →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3134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 is a working, live MVP already — real physics engine, 56 elements, installable PWA — exactly the stage CIP Spark is designed to fund.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182112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6B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1363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IP ownership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4838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Founder-owned IP from day one, no university/employer entanglement; actively closing the 2-person minimum with a co-founder search already underway.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5254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6B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3068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Malaysian-rooted, globally usable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6542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based in Malaysia, directly targeting Malaysia's fast-growing EdTech sector, with a genuine second global distribution channel (sandbox-game players).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385816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181C33"/>
          </a:solidFill>
          <a:ln w="12700">
            <a:solidFill>
              <a:srgbClr val="2C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52297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6B"/>
                </a:solidFill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54772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 by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8247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costs, zero infra to scale — grant funds go almost entirely into product and go-to-market, not overhead.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SANDCHEMY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7315200" cy="7315200"/>
          </a:xfrm>
          <a:prstGeom prst="ellipse">
            <a:avLst/>
          </a:prstGeom>
          <a:solidFill>
            <a:srgbClr val="FFD76B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371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curiosity into discovery.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E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use. No install required. Built to be the classroom lab every school can afford.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480560" y="429768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FFD76B"/>
          </a:solidFill>
          <a:ln/>
        </p:spPr>
      </p:sp>
      <p:sp>
        <p:nvSpPr>
          <p:cNvPr id="7" name="Text 4"/>
          <p:cNvSpPr/>
          <p:nvPr/>
        </p:nvSpPr>
        <p:spPr>
          <a:xfrm>
            <a:off x="448056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— sandchemy.app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Aliff Hussien  ·  cookingwithcattitude@gmail.com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2026-07-18T22:58:02Z</dcterms:created>
  <dcterms:modified xsi:type="dcterms:W3CDTF">2026-07-18T22:58:02Z</dcterms:modified>
</cp:coreProperties>
</file>