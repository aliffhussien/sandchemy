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011680"/>
            <a:ext cx="7315200" cy="7315200"/>
          </a:xfrm>
          <a:prstGeom prst="ellipse">
            <a:avLst/>
          </a:prstGeom>
          <a:solidFill>
            <a:srgbClr val="FFD76B">
              <a:alpha val="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15544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Sandchemy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242316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you can pour. Chemistry you can discover.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42316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offline-first falling-sand physics lab where every reaction is real,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science — built to turn any browser into a science classroom.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423160" y="411480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Cradle Fund CIP Spark — Pre-Seed Pitch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231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sandchemy.app  ·  cookingwithcattitude@gmail.com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science is expensive, dangerous, or fake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315261"/>
            <a:ext cx="526694" cy="5266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665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labs don't scale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8716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Glassware, chemicals, and heat sources cost money and carry real risk — schools ration lab time to a few sessions a year.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401568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694176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796589"/>
            <a:ext cx="526694" cy="5266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478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“Elemental” games fake 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68496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sandbox/crafting games script their combinations for effect. Nothing is actually simulated — there's no real chemistry to learn.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82896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5175504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5277917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50292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forget everything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449824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Infinite-craft-style games wipe your board on refresh. Curiosity has nothing to hold onto — no record of what you actually found.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IS the crafting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simulates real heat, density, and chemistry cell-by-cell. Pour water on lava and you don't just get a scripted splash — you discover Obsidian, because that's genuinely what happens when lava quenches fast. Every discovery is logged forever in your own Discovery Journal.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32461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real elements across 8 categories — Basics, Metals, Gases, Chemistry, Electric, Weather, Life, Crafting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8679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temperature and density is a sourced, real-world number — not invented for effect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48970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448970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server, zero account, zero data collection — everything saves locally in the 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511149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 real offline app (PWA) — works on the oldest laptop in the school lab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4343400" cy="4480560"/>
          </a:xfrm>
          <a:prstGeom prst="roundRect">
            <a:avLst>
              <a:gd name="adj" fmla="val 2526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89520" y="17373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89520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22208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54896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87584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2880360"/>
            <a:ext cx="3794760" cy="2971800"/>
          </a:xfrm>
          <a:prstGeom prst="roundRect">
            <a:avLst>
              <a:gd name="adj" fmla="val 3692"/>
            </a:avLst>
          </a:prstGeom>
          <a:solidFill>
            <a:srgbClr val="1A1200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3566160"/>
            <a:ext cx="1600200" cy="16002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589520" y="58978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in-browser sandbox — category tabs, real-time canvas, Discovery Journal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lab, not a toy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042" y="2164202"/>
            <a:ext cx="408188" cy="4081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thermodynamics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radiates, diffuses, and decays per-cell. Lava melts ice from a distance; a wall genuinely blocks heat.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8912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522" y="2164202"/>
            <a:ext cx="408188" cy="4081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4515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cell for a live temperature/state readout — a real lab thermometer, built into the canvas.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002" y="2164202"/>
            <a:ext cx="408188" cy="4081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8563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8563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custom element — emoji, color, physics, up to 3 reactions — zero code, export as a shareable text code.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042" y="4386194"/>
            <a:ext cx="408188" cy="4081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Prebuilt Scenarios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0467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ready-made setups like Volcano Eruption to start a guided experiment instantly.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8912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4515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522" y="4386194"/>
            <a:ext cx="408188" cy="4081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4515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Journal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4515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combination is auto-logged forever — doubles as a ready-made lab notebook for assessment.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22960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8563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002" y="4386194"/>
            <a:ext cx="408188" cy="4081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8563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physics, done safely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8563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Uranium decays into Radiation; Lead genuinely shields against it — no real-world hazard, all real logic.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Pluto — an AI science orchestrator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813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— NOT YET BUILT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for the demoted planet. Pluto is an AI layer on top of Sandchemy's own already-sourced science — not an open-web crawl — that adjusts explanation depth for students, teachers, and professors, and shows its sources rather than asserting blanket truth.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3244291"/>
            <a:ext cx="460858" cy="46085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Ask Pluto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tutor beside the Discovery Journal. Explains a real reaction at the depth you pick — curious explainer, real chemistry, or a teaching point.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first build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34340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1772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3244291"/>
            <a:ext cx="460858" cy="46085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1772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 — Authoring Copilot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1772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 new element's real data and citations for founder verification before it ships — speeds up the existing weekly content pipeline.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61772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6344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tool, dev-only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813816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3244291"/>
            <a:ext cx="460858" cy="46085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41248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9c — Teacher Generator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1248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lesson plans and quiz questions grounded in mechanics that actually exist in the sandbox, for the teacher/professor audience.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41248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45820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9a shipping first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54864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Pluto ships: a clear, opt-in disclosure model. Sandchemy's zero-data-collection promise stays true for the core sandbox — Pluto is an explicit, disclosed exception whenever it's used.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Riding Malaysia's EdTech growth curve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1.05B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EdTech market size,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2.88B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size by 2033 (~11.8% CAGR)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higher education alone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IMARC Group, Malaysia EdTech Market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Sandchemy fits this moment: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" y="4343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STEM push + rising gamified/digital-classroom adoption are both named growth drivers of this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910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4910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cost and zero install fits Malaysia's mixed device access in schools — runs on any browser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772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54772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“sandbox/creative-play” game audience (Sandspiel, Noita-likes) is a second, non-EdTech distribution channel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credible paths to revenue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sandbox stays free, always. Grant funds go toward proving which of these converts best.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232989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Licensing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site licenses to schools/colleges: curriculum-aligned worksheet packs, LMS-friendly embeds, teacher dashboards for the Discovery Journal.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lead path — matches CIP Spark's commercialisation bar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340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1772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232989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Consumer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1772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sandbox stays as-is; paid cosmetic packs, extra save slots, and “pro” tools (more Element Lab slots, no watermark on exports).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61772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0916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test — no sales cycle, works with the existing PWA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13816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329891"/>
            <a:ext cx="460858" cy="46085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B2B2C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41248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individual learners; paid tier for institutions bundling both licensing AND premium consumer features under one subscription.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41248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50392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long-run outcome if both markets validate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built. Now, growing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elements, 8 categories, all sourced real-world physics/chemistry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5877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58775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 (build-your-own element/reactions) + export/import codes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118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1810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Probe, prebuilt Scenarios, Discovery Journal, full keyboard control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6484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offline PWA with onboarding tutorial and mobile-responsive UI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 (grant-funded)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2075688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2276856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984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ships; first 3 school pilots begin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880360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3081528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7706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+ curriculum worksheet packs (zero student PII)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3685032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84264" y="3886200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5935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5753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 wrapper; LMS embed support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4489704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4398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3799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 of chosen monetization path, first paid customers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Founder-built, team in progress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1005840" cy="100584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335378"/>
            <a:ext cx="724205" cy="7242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Builder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built Sandchemy's entire engine, content system, and UI end-to-end — 8+ shipped phases from first prototype to an installable, sourced-physics sandbox.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2194560"/>
            <a:ext cx="1005840" cy="1005840"/>
          </a:xfrm>
          <a:prstGeom prst="ellipse">
            <a:avLst/>
          </a:prstGeom>
          <a:solidFill>
            <a:srgbClr val="14172A"/>
          </a:solidFill>
          <a:ln w="19050">
            <a:solidFill>
              <a:srgbClr val="2C3252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5029200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AA2BD"/>
                </a:solidFill>
              </a:rPr>
              <a:t>?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5394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recruiting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9496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9496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Spark requires a minimum 2-person team. Actively looking for a co-founder with education/business-development strength to complement the technical build — commercialisation, school partnerships, and curriculum design.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1828800"/>
            <a:ext cx="2880360" cy="3931920"/>
          </a:xfrm>
          <a:prstGeom prst="roundRect">
            <a:avLst>
              <a:gd name="adj" fmla="val 3810"/>
            </a:avLst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068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also looking for: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006840" y="2514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235440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to co-design curriculum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006840" y="308152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235440" y="3081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to peer-review chemistry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006840" y="3648456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235440" y="364845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pilot classrooms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RM150,000 — CIP Spark, pre-seed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pre-seed cap requested, split per CIP Spark's own 60/40 developmental-vs-commercialisation rule.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  ·  RM90,000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91840" y="20116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— mobile app wrapper, teacher dashboard, curriculum content pipeline, new element/reaction batches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0E2A2E"/>
          </a:solidFill>
          <a:ln w="12700">
            <a:solidFill>
              <a:srgbClr val="7EE3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1089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E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  ·  RM60,000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31089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 — school pilot rollouts, teacher training materials, IP/legal setup, marketing for launch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2011680"/>
            <a:ext cx="4343400" cy="4023360"/>
          </a:xfrm>
          <a:prstGeom prst="roundRect">
            <a:avLst>
              <a:gd name="adj" fmla="val 272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2194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this funds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09560" y="2651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signed school pilots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0" y="33101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09560" y="3310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shipped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8952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09560" y="396849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MVP live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09560" y="46268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business model validated with real paying users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0" y="52852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09560" y="5285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CIP Sprint (seed) follow-on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CIP SPARK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textbook pre-seed, MVP-stage fit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965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Tech-based, innovative idea → MVP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23134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is a working, live MVP already — real physics engine, 56 elements, installable PWA — exactly the stage CIP Spark is designed to fund.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44952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18211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136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+ IP ownership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348386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Founder-owned IP from day one, no university/employer entanglement; actively closing the 2-person minimum with a co-founder search already underway.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15384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352544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4306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Malaysian-rooted, globally usable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6542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based in Malaysia, directly targeting Malaysia's fast-growing EdTech sector, with a genuine second global distribution channel (sandbox-game players).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385816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522976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54772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Capital-efficient by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582472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 costs, zero infra to scale — grant funds go almost entirely into product and go-to-market, not overhead.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7315200" cy="7315200"/>
          </a:xfrm>
          <a:prstGeom prst="ellipse">
            <a:avLst/>
          </a:prstGeom>
          <a:solidFill>
            <a:srgbClr val="FFD76B">
              <a:alpha val="7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37160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curiosity into discovery.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use. No install required. Built to be the classroom lab every school can afford.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480560" y="4297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FFD76B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4297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— sandchemy.app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5212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  ·  cookingwithcattitude@gmail.com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2026-07-19T00:28:30Z</dcterms:created>
  <dcterms:modified xsi:type="dcterms:W3CDTF">2026-07-19T00:28:30Z</dcterms:modified>
</cp:coreProperties>
</file>